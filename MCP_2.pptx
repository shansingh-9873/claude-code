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49fccd2c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e49fccd2c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49fccd2c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e49fccd2c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g3e49fccd2c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49fccd2c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6.png"/><Relationship Id="rId10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🔐  PART 1 OF 3  •  TOOLS, PERMISSIONS &amp;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548640" y="731520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 — What Claude Uses Under the Hood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548640" y="1691640"/>
            <a:ext cx="5029200" cy="420630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822960" y="1874520"/>
            <a:ext cx="640200" cy="6402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778" y="201533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1600200" y="1874520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📌  What are Tools?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22960" y="2697480"/>
            <a:ext cx="457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Claude Code internally uses different tools to complete tasks.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22960" y="3703320"/>
            <a:ext cx="4572000" cy="2057400"/>
          </a:xfrm>
          <a:prstGeom prst="roundRect">
            <a:avLst>
              <a:gd fmla="val 4444" name="adj"/>
            </a:avLst>
          </a:prstGeom>
          <a:solidFill>
            <a:srgbClr val="EFF6FF"/>
          </a:solidFill>
          <a:ln cap="flat" cmpd="sng" w="12700">
            <a:solidFill>
              <a:srgbClr val="0891B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960120" y="3794760"/>
            <a:ext cx="429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👉  Claude automatically decides: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05840" y="4160520"/>
            <a:ext cx="4297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WHICH tool to 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use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035040" y="169164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035040" y="2240280"/>
            <a:ext cx="55779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6035040" y="2240280"/>
            <a:ext cx="73200" cy="731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6217920" y="233172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8621" y="24524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6903720" y="231343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Reading 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903720" y="26060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035040" y="3108960"/>
            <a:ext cx="55779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035040" y="3108960"/>
            <a:ext cx="73200" cy="731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217920" y="320040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621" y="33211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6903720" y="318211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Editing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903720" y="347472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Edit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035040" y="3977640"/>
            <a:ext cx="55779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035040" y="3977640"/>
            <a:ext cx="73200" cy="731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217920" y="406908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8621" y="41897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6903720" y="405079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Running 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903720" y="434340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Bash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035040" y="4846320"/>
            <a:ext cx="55779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035040" y="4846320"/>
            <a:ext cx="73200" cy="731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217920" y="493776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8621" y="5058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903720" y="491947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Searching internet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903720" y="52120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WebSearch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418320" y="6327648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1338560" y="6327648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🔐  PART 2 OF 3  •  TOOLS, PERMISSIONS &amp;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40" y="731520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Permissions — You Stay in Control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1691640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777240" y="1892808"/>
            <a:ext cx="548700" cy="5487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01350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508760" y="178308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Permissions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508760" y="2103120"/>
            <a:ext cx="402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approve Claude to use tools &amp; commands.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2880360"/>
            <a:ext cx="24690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85800" y="3017520"/>
            <a:ext cx="502800" cy="5028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442" y="31281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2514600" y="29718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5800" y="359359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Edit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154680" y="2880360"/>
            <a:ext cx="24690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291840" y="3017520"/>
            <a:ext cx="502800" cy="5028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2482" y="31281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5120640" y="29718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291840" y="359359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 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4297680"/>
            <a:ext cx="24690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85800" y="4434840"/>
            <a:ext cx="502800" cy="5028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442" y="454548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2514600" y="4389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85800" y="501091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154680" y="4297680"/>
            <a:ext cx="2469000" cy="12801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291840" y="4434840"/>
            <a:ext cx="502800" cy="5028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2482" y="454548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5120640" y="43891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91840" y="5010912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MCP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5760720"/>
            <a:ext cx="11064300" cy="365700"/>
          </a:xfrm>
          <a:prstGeom prst="roundRect">
            <a:avLst>
              <a:gd fmla="val 20000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48640" y="576072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Without permission — Claude ASKS before executing any 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418320" y="6327648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1338560" y="6327648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11521440" y="27432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1356848" y="32004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1192256" y="36576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1027664" y="41148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863072" y="45720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0698480" y="502920"/>
            <a:ext cx="36600" cy="36600"/>
          </a:xfrm>
          <a:prstGeom prst="ellipse">
            <a:avLst/>
          </a:prstGeom>
          <a:solidFill>
            <a:srgbClr val="00D9FF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🛡️  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48640" y="731520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Permissions Build a Trust Model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 flipH="1">
            <a:off x="7589520" y="2011680"/>
            <a:ext cx="1371600" cy="201180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7"/>
          <p:cNvCxnSpPr/>
          <p:nvPr/>
        </p:nvCxnSpPr>
        <p:spPr>
          <a:xfrm>
            <a:off x="8961120" y="2011680"/>
            <a:ext cx="1371600" cy="201180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" name="Google Shape;114;p7"/>
          <p:cNvCxnSpPr/>
          <p:nvPr/>
        </p:nvCxnSpPr>
        <p:spPr>
          <a:xfrm>
            <a:off x="7589520" y="402336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00D9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8549640" y="1600200"/>
            <a:ext cx="822900" cy="8229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0" y="1783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7955280" y="2468880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178040" y="3611880"/>
            <a:ext cx="822900" cy="8229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920" y="3794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6583680" y="4480560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921240" y="3611880"/>
            <a:ext cx="822900" cy="8229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4120" y="3794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9326880" y="4480560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1691640"/>
            <a:ext cx="6126600" cy="1828800"/>
          </a:xfrm>
          <a:prstGeom prst="roundRect">
            <a:avLst>
              <a:gd fmla="val 5000" name="adj"/>
            </a:avLst>
          </a:prstGeom>
          <a:solidFill>
            <a:srgbClr val="11163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77240" y="1874520"/>
            <a:ext cx="502800" cy="5028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7882" y="198516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1463040" y="182880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Prevents Claude from: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68680" y="2423160"/>
            <a:ext cx="576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Modifying files unexpectedly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 dangerous commands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Accessing tools without approval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3703320"/>
            <a:ext cx="6126600" cy="2377500"/>
          </a:xfrm>
          <a:prstGeom prst="roundRect">
            <a:avLst>
              <a:gd fmla="val 3846" name="adj"/>
            </a:avLst>
          </a:prstGeom>
          <a:solidFill>
            <a:srgbClr val="11163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777240" y="3886200"/>
            <a:ext cx="502800" cy="50280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7882" y="399684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1463040" y="384048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Permissions improve: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00100" y="4526280"/>
            <a:ext cx="1783200" cy="1280100"/>
          </a:xfrm>
          <a:prstGeom prst="roundRect">
            <a:avLst>
              <a:gd fmla="val 5714" name="adj"/>
            </a:avLst>
          </a:prstGeom>
          <a:solidFill>
            <a:srgbClr val="0A0E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417320" y="4663440"/>
            <a:ext cx="548700" cy="5487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8021" y="47841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800100" y="530352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720340" y="4526280"/>
            <a:ext cx="1783200" cy="1280100"/>
          </a:xfrm>
          <a:prstGeom prst="roundRect">
            <a:avLst>
              <a:gd fmla="val 5714" name="adj"/>
            </a:avLst>
          </a:prstGeom>
          <a:solidFill>
            <a:srgbClr val="0A0E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337560" y="4663440"/>
            <a:ext cx="548700" cy="5487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8261" y="47841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2720340" y="530352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640580" y="4526280"/>
            <a:ext cx="1783200" cy="1280100"/>
          </a:xfrm>
          <a:prstGeom prst="roundRect">
            <a:avLst>
              <a:gd fmla="val 5714" name="adj"/>
            </a:avLst>
          </a:prstGeom>
          <a:solidFill>
            <a:srgbClr val="0A0E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257800" y="4663440"/>
            <a:ext cx="548700" cy="548700"/>
          </a:xfrm>
          <a:prstGeom prst="ellipse">
            <a:avLst/>
          </a:prstGeom>
          <a:solidFill>
            <a:srgbClr val="111634"/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78501" y="47841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4640580" y="530352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418320" y="6327648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1338560" y="6327648"/>
            <a:ext cx="54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548640" y="4114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🔐  PART 3 OF 3  •  TOOLS, PERMISSIONS &amp;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8640" y="731520"/>
            <a:ext cx="1115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Are Permissions Stored?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1783080"/>
            <a:ext cx="5852100" cy="146310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777240" y="2194560"/>
            <a:ext cx="640200" cy="6402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58" y="23353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554480" y="1965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Permissions live in: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554480" y="2331720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.claude/settings.local.json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554480" y="2880360"/>
            <a:ext cx="914400" cy="274200"/>
          </a:xfrm>
          <a:prstGeom prst="roundRect">
            <a:avLst>
              <a:gd fmla="val 13333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1554480" y="288036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48640" y="3520440"/>
            <a:ext cx="1828800" cy="219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188720" y="374904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421" y="38697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548640" y="44348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Allowed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523744" y="3520440"/>
            <a:ext cx="1828800" cy="219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163824" y="374904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4525" y="38697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2523744" y="44348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Allowed Commands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498848" y="3520440"/>
            <a:ext cx="1828800" cy="2194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138928" y="3749040"/>
            <a:ext cx="548700" cy="548700"/>
          </a:xfrm>
          <a:prstGeom prst="ellipse">
            <a:avLst/>
          </a:prstGeom>
          <a:solidFill>
            <a:srgbClr val="F7F8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9629" y="38697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4498848" y="44348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Deny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629400" y="1783080"/>
            <a:ext cx="4983600" cy="3931800"/>
          </a:xfrm>
          <a:prstGeom prst="roundRect">
            <a:avLst>
              <a:gd fmla="val 2791" name="adj"/>
            </a:avLst>
          </a:prstGeom>
          <a:solidFill>
            <a:srgbClr val="0F172A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812280" y="1965960"/>
            <a:ext cx="164700" cy="1647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7068312" y="1965960"/>
            <a:ext cx="164700" cy="1647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324344" y="1965960"/>
            <a:ext cx="164700" cy="1647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680960" y="192024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7494"/>
                </a:solidFill>
                <a:latin typeface="Consolas"/>
                <a:ea typeface="Consolas"/>
                <a:cs typeface="Consolas"/>
                <a:sym typeface="Consolas"/>
              </a:rPr>
              <a:t>.claude/settings.local.json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12280" y="2331720"/>
            <a:ext cx="46635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D9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  "permissions":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"allow":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"Bash(npm:*)",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"Edit",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"WebSearch"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"deny":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"Bash(rm -rf:*)"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D9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11521440" y="2743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1356848" y="32004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1192256" y="36576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027664" y="41148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10863072" y="45720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0698480" y="502920"/>
            <a:ext cx="36576" cy="36576"/>
          </a:xfrm>
          <a:prstGeom prst="ellipse">
            <a:avLst/>
          </a:prstGeom>
          <a:solidFill>
            <a:srgbClr val="00D9F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MCP Servers Every Developer Should Know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95148" y="1508760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32308" y="164592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3230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478128" y="1828800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062" y="198973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495148" y="26517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32308" y="30175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Fetch latest library 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329788" y="1508760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466948" y="164592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346694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312768" y="1828800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3702" y="198973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3329788" y="26517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DBHub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466948" y="30175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Talk to DBs — no Python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164428" y="1508760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301588" y="1645920"/>
            <a:ext cx="457200" cy="457200"/>
          </a:xfrm>
          <a:prstGeom prst="ellipse">
            <a:avLst/>
          </a:prstGeom>
          <a:solidFill>
            <a:srgbClr val="FF3D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30158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147408" y="1828800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FF3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8342" y="198973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6164428" y="26517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301588" y="30175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Read &amp; post Slack messages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999068" y="1508760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9136228" y="164592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913622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982048" y="1828800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2982" y="198973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8999068" y="26517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136228" y="301752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Tickets &amp; sprint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912468" y="3593592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2049628" y="37307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2049628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895448" y="3913632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6382" y="4074566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1912468" y="47365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049628" y="5102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Cloud operations on AWS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747108" y="3593592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884268" y="3730752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884268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730088" y="3913632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1022" y="4074566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4747108" y="47365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884268" y="5102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Containerize &amp; deploy apps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581748" y="3593592"/>
            <a:ext cx="2697480" cy="1920240"/>
          </a:xfrm>
          <a:prstGeom prst="roundRect">
            <a:avLst>
              <a:gd fmla="val 5714" name="adj"/>
            </a:avLst>
          </a:prstGeom>
          <a:solidFill>
            <a:srgbClr val="111634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7718908" y="3730752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7718908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0E2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564728" y="3913632"/>
            <a:ext cx="731520" cy="731520"/>
          </a:xfrm>
          <a:prstGeom prst="ellipse">
            <a:avLst/>
          </a:prstGeom>
          <a:solidFill>
            <a:srgbClr val="0A0E27"/>
          </a:solidFill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25662" y="4074566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7581748" y="47365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718908" y="510235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0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0E0"/>
                </a:solidFill>
                <a:latin typeface="Calibri"/>
                <a:ea typeface="Calibri"/>
                <a:cs typeface="Calibri"/>
                <a:sym typeface="Calibri"/>
              </a:rPr>
              <a:t>Read repos, issues, PRs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418320" y="6327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MCP in Claude Code  •  Shan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1338560" y="63276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49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494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